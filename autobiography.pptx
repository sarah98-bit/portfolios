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7352"/>
            <a:ext cx="11049000" cy="30231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31740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JOURNEY OF PURPOSE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3461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 AUTOBIOGRAPHY OF SARAH WAIRIMU THUO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9277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Resilience • Determination • Technological Innovation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177641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381750" y="25908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Sarah Wairimu Thuo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1337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 am a 20-year-old third-year student pursuing a Bachelor of Science in Business Information Technology at Dedan Kimathi University of Technology (DeKUT).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41910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My story is a testament to the transformative power of education and the quiet heroism of a mother who refused to let circumstance define our destiny.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1919287"/>
            <a:ext cx="4000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AT THE INTERSECTION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7620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ROOTS IN NYATHUNA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7620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174307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A Heritage of Resilience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2860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Born and raised in Nyathuna Village, Kiambu, where red earth meets green vegetation. My identity is rooted in the Gĩkũyũ values of hard work (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wĩra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and unity (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ũmwe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3432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Raised in a family built on strength, I watched my mother turn a small plot of land into a source of sustenance for her three children.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2650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52650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52650"/>
            <a:ext cx="3492549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52500" y="334327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Nyathuna Primary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388620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Walking 30 minutes daily to seek knowledge. Education was revered as the key to breaking cycles of poverty.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30799" y="334327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The Tech Spark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730799" y="388620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moment I touched a keyboard in Standard Five, a window opened into a world beyond Nyathuna.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09099" y="334327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First Milestone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09099" y="388620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Scored 356 marks in KCPE, earning a place in a National School—a validation of years of sacrifice.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58127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58127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581275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FOUNDATION YEARS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27432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Coding &amp; Leadership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32861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 The Mary Leakey Girls' School, I was introduced to QBASIC programming by Ms. Njeri, who taught me that "the future is being coded right now."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3434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 also discovered Volleyball, rising to become Team Captain—learning teamwork, strategy, and resilience under pressure.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TRANSFORMATION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2924175"/>
            <a:ext cx="523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b="1" lang="en-US" sz="12000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54342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KCSE Final Grade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381750" y="27432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Ready for the Future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81750" y="328612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Achieving an A- in Mathematics  secured my path into the STEM field at Dedan Kimathi University.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81750" y="40386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Every milestone reached was a shared victory with my mother, whose "Ngai arathime" (God has blessed us) remains etched in my memory.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ACADEMIC PROWESS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52387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47800"/>
            <a:ext cx="52387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62525"/>
            <a:ext cx="11049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952500" y="2638425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Library Management System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52500" y="318135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Built a robust backend using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 and MySQL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Implemented core logic for member registration, transactions, and automated fine calculations.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762750" y="2638425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Development Stack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762750" y="318135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Proficient in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Python, Java, and SQL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Experienced in systems analysis, database management, and object-oriented programming methodologies.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18764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187642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46672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EXPERTISE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466725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1047750" y="2909887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Financial Resilience: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Navigating fee payment deadlines and bursary applications with resourcefulness.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047750" y="3452812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Gender Dynamics: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Challenging casual sexism in technical spaces and asserting competence in programming.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047750" y="3995737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Bridging Tradition: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Balancing Kikuyu cultural expectations with the modern aspirations of a woman in tech.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047750" y="4538662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Representation: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Leading through the Women in Technology Society to inspire other rural girls.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27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9567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86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81525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OVERCOMING BARRIERS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5962"/>
            <a:ext cx="365685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4105" y="1985962"/>
            <a:ext cx="3462783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71500" y="4557712"/>
            <a:ext cx="3839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Fintech &amp; Agri-tech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5100637"/>
            <a:ext cx="365685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Solving African problems through accessible financial and agricultural technology.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514105" y="4557712"/>
            <a:ext cx="363592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SME Consulting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514105" y="5100637"/>
            <a:ext cx="346278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Helping Kenyan businesses leverage data-driven decision-making for growth.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262639" y="4557712"/>
            <a:ext cx="35257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Digital Inclusion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262639" y="5100637"/>
            <a:ext cx="33578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Bridging the digital divide for rural communities through literacy programs.</a:t>
            </a:r>
            <a:endParaRPr/>
          </a:p>
        </p:txBody>
      </p:sp>
      <p:pic>
        <p:nvPicPr>
          <p:cNvPr descr="image.png" id="198" name="Google Shape;19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95487"/>
            <a:ext cx="363780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3630" y="1995487"/>
            <a:ext cx="3443733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2164" y="1995487"/>
            <a:ext cx="11430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VISION FOR THE FUTURE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571500" y="39195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10733" y="420528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47482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Graduate with First-Class Honors in BBIT from DeKUT.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3383413" y="296703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2027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3444180" y="350996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Join the Technology Sector as a Systems Analyst.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256094" y="420528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2029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316860" y="4748212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Pursue Master's in Data Science or Business Analytics.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128774" y="296703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2035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189541" y="350996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Found a Tech Consulting Firm for Kenyan SMEs.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PATH AHEAD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672530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545210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417891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0290571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2190750" y="2495550"/>
            <a:ext cx="7810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Circumstances don't determine destiny—they influence it, but they don't dictate it. Agency exists within constraints. 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910137" y="5524500"/>
            <a:ext cx="2371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— Sarah Wairimu Thuo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619250" y="2114550"/>
            <a:ext cx="4381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MY PHILOSOPHY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295275" y="177447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280317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37403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Sarah Wairimu Thuo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418802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Dedan Kimathi University of Technology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463569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Nyeri, Kenya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